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新酒  </a:t>
            </a:r>
            <a:r>
              <a:rPr sz="3000">
                <a:solidFill>
                  <a:srgbClr val="FF4500"/>
                </a:solidFill>
                <a:latin typeface="Arial"/>
              </a:rPr>
              <a:t>[Verse]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000000"/>
                </a:solidFill>
                <a:latin typeface="Arial"/>
              </a:rPr>
              <a:t>我感覺主恩膏充滿我們中間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神的聖靈正在運行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帶下醫治的恩典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我看見主聖靈正澆灌眾教會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興起他所揀選榮耀子民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新酒  </a:t>
            </a:r>
            <a:r>
              <a:rPr sz="3000">
                <a:solidFill>
                  <a:srgbClr val="FF4500"/>
                </a:solidFill>
                <a:latin typeface="Arial"/>
              </a:rPr>
              <a:t>[Pre-Chorus]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000000"/>
                </a:solidFill>
                <a:latin typeface="Arial"/>
              </a:rPr>
              <a:t>今天是主所命定的日子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自由的時刻已來到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罪的鎖鏈他完全都斷開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來歡呼讚美他聖名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新酒  </a:t>
            </a:r>
            <a:r>
              <a:rPr sz="3000">
                <a:solidFill>
                  <a:srgbClr val="FF4500"/>
                </a:solidFill>
                <a:latin typeface="Arial"/>
              </a:rPr>
              <a:t>[Chorus]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000000"/>
                </a:solidFill>
                <a:latin typeface="Arial"/>
              </a:rPr>
              <a:t>新酒澆灌帶下新鮮恩膏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說不盡的喜樂充滿我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新油流下 帶出大能恩膏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來宣揚我主榮耀彰顯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永遠掌權  </a:t>
            </a:r>
            <a:r>
              <a:rPr sz="3000">
                <a:solidFill>
                  <a:srgbClr val="FF4500"/>
                </a:solidFill>
                <a:latin typeface="Arial"/>
              </a:rPr>
              <a:t>[verse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你真好 你真好 無人能與你相比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你的愛 你的愛 完全向世人顯明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你是光 你是光 當黑暗向我靠近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你是我 的盼望 我的罪全都洗淨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永遠掌權  </a:t>
            </a:r>
            <a:r>
              <a:rPr sz="3000">
                <a:solidFill>
                  <a:srgbClr val="FF4500"/>
                </a:solidFill>
                <a:latin typeface="Arial"/>
              </a:rPr>
              <a:t>[verse 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你是我 的平安 當恐懼抓住我心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你信實 不改變 甚至當我遠離你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你是我 的喜樂 我歌唱單單為你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你賜給 我生命 死亡失去了權柄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永遠掌權  </a:t>
            </a:r>
            <a:r>
              <a:rPr sz="3000">
                <a:solidFill>
                  <a:srgbClr val="FF4500"/>
                </a:solidFill>
                <a:latin typeface="Arial"/>
              </a:rPr>
              <a:t>[chorus]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喔主!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我奔向你胸懷 我奔向你胸懷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你豐盛的大愛 永遠與我同在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你的擁抱 何等甘甜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世界真光 永遠掌權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永遠掌權  </a:t>
            </a:r>
            <a:r>
              <a:rPr sz="3000">
                <a:solidFill>
                  <a:srgbClr val="FF4500"/>
                </a:solidFill>
                <a:latin typeface="Arial"/>
              </a:rPr>
              <a:t>[verse 3]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有更多 有更多 超過我所想所求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你是主 你是主 萬物都宣揚述說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你在這 你在這 遮蓋我所有軟弱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你是神 你是神 為你放棄全所有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永遠掌權  </a:t>
            </a:r>
            <a:r>
              <a:rPr sz="3000">
                <a:solidFill>
                  <a:srgbClr val="FF4500"/>
                </a:solidFill>
                <a:latin typeface="Arial"/>
              </a:rPr>
              <a:t>[bridge]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我靈歌唱 別無他名 耶穌 耶穌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(x4)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豐盛的應許  </a:t>
            </a:r>
            <a:r>
              <a:rPr sz="3000">
                <a:solidFill>
                  <a:srgbClr val="FF4500"/>
                </a:solidFill>
                <a:latin typeface="Arial"/>
              </a:rPr>
              <a:t>[Verse]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>
                <a:solidFill>
                  <a:srgbClr val="000000"/>
                </a:solidFill>
                <a:latin typeface="Arial"/>
              </a:rPr>
              <a:t>祢仰臉 保守祢所愛的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祢護庇 永遠不離不棄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祢將我從淤泥裡捧起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放我在祢的手心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豐盛的應許  </a:t>
            </a:r>
            <a:r>
              <a:rPr sz="3000">
                <a:solidFill>
                  <a:srgbClr val="FF4500"/>
                </a:solidFill>
                <a:latin typeface="Arial"/>
              </a:rPr>
              <a:t>[Chorus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>
                <a:solidFill>
                  <a:srgbClr val="000000"/>
                </a:solidFill>
                <a:latin typeface="Arial"/>
              </a:rPr>
              <a:t>我憑著信心領取 祢豐盛的應許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世界也不能奪去 神美好的旨意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我憑著信心領取 祢恩典永不止息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看見美好應許成就 榮耀全都歸於祢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豐盛的應許  </a:t>
            </a:r>
            <a:r>
              <a:rPr sz="3000">
                <a:solidFill>
                  <a:srgbClr val="FF4500"/>
                </a:solidFill>
                <a:latin typeface="Arial"/>
              </a:rPr>
              <a:t>[Chorus 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>
                <a:solidFill>
                  <a:srgbClr val="000000"/>
                </a:solidFill>
                <a:latin typeface="Arial"/>
              </a:rPr>
              <a:t>我等候主我相信 祢愛我永不放棄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世界也不能奪去 神美好的旨意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我等候主我相信 祢旨意高過我的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看見美好應許成就</a:t>
            </a:r>
            <a:br/>
            <a:r>
              <a:rPr sz="4600">
                <a:solidFill>
                  <a:srgbClr val="000000"/>
                </a:solidFill>
                <a:latin typeface="Arial"/>
              </a:rPr>
              <a:t>我全心全意敬拜祢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一顆謙卑的心  </a:t>
            </a:r>
            <a:r>
              <a:rPr sz="3000">
                <a:solidFill>
                  <a:srgbClr val="FF4500"/>
                </a:solidFill>
                <a:latin typeface="Arial"/>
              </a:rPr>
              <a:t>[Verse]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000000"/>
                </a:solidFill>
                <a:latin typeface="Arial"/>
              </a:rPr>
              <a:t>求祢給我一顆謙卑的心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給我一顆受教的靈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好讓我能走在祢的旨意裡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如同耶穌的生命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一顆謙卑的心  </a:t>
            </a:r>
            <a:r>
              <a:rPr sz="3000">
                <a:solidFill>
                  <a:srgbClr val="FF4500"/>
                </a:solidFill>
                <a:latin typeface="Arial"/>
              </a:rPr>
              <a:t>[Chorus]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000000"/>
                </a:solidFill>
                <a:latin typeface="Arial"/>
              </a:rPr>
              <a:t>幫助我更多的禱告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幫助我更深的倚靠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單單相信祢 深深敬畏祢</a:t>
            </a:r>
            <a:br/>
            <a:r>
              <a:rPr sz="5200">
                <a:solidFill>
                  <a:srgbClr val="000000"/>
                </a:solidFill>
                <a:latin typeface="Arial"/>
              </a:rPr>
              <a:t>一生要跟隨祢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醫治的愛  </a:t>
            </a:r>
            <a:r>
              <a:rPr sz="3000">
                <a:solidFill>
                  <a:srgbClr val="FF4500"/>
                </a:solidFill>
                <a:latin typeface="Arial"/>
              </a:rPr>
              <a:t>[verse]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在泥濘深谷中  祢領我走出來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我跌跌又撞撞  是祢扶我站起來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我滿身是傷痕  祢將我抱起來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我在祢的懷中  甦醒過來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醫治的愛  </a:t>
            </a:r>
            <a:r>
              <a:rPr sz="3000">
                <a:solidFill>
                  <a:srgbClr val="FF4500"/>
                </a:solidFill>
                <a:latin typeface="Arial"/>
              </a:rPr>
              <a:t>[chorus1]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耶穌的愛  醫治了我的心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破碎的生命  完整起來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心中又燃起  光明的期待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再一次  勇敢將自己敞開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>
                <a:solidFill>
                  <a:srgbClr val="FFD700"/>
                </a:solidFill>
                <a:latin typeface="Arial"/>
              </a:rPr>
              <a:t>醫治的愛  </a:t>
            </a:r>
            <a:r>
              <a:rPr sz="3000">
                <a:solidFill>
                  <a:srgbClr val="FF4500"/>
                </a:solidFill>
                <a:latin typeface="Arial"/>
              </a:rPr>
              <a:t>[chorus2]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1645920"/>
            <a:ext cx="9052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>
                <a:solidFill>
                  <a:srgbClr val="000000"/>
                </a:solidFill>
                <a:latin typeface="Arial"/>
              </a:rPr>
              <a:t>耶穌的愛 剛強了我的心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信心的翅膀 再飛起來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飛越每一個 高山和低谷</a:t>
            </a:r>
            <a:br/>
            <a:r>
              <a:rPr sz="5000">
                <a:solidFill>
                  <a:srgbClr val="000000"/>
                </a:solidFill>
                <a:latin typeface="Arial"/>
              </a:rPr>
              <a:t>感謝耶穌 醫治的愛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